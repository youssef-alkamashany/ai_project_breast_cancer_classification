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3E1F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Malignant</c:v>
                  </c:pt>
                  <c:pt idx="1">
                    <c:v>Benign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212</c:v>
                </c:pt>
                <c:pt idx="1">
                  <c:v>357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3E1F7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D4A01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Diagnosis Classification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Comparative Study of SVC, Decision Tree, and TensorFlow Sequential Models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  •   Decision Tree Classifier   •   TensorFlow Sequential   •   MATLAB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9260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Ahmed Alkamashany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Source: UCI Machine Learning Repository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3E1F7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5727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Requirements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4414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 &amp; Verified Source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E1F7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3101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1788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Preprocessing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3E1F7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SVC (Theory + Results)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15727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2: Decision Tree Classifier (Theory + Results)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3E1F73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4414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3: TensorFlow Sequential Neural Network (Theory + Results)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33101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Implementation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rgbClr val="3E1F73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41788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Comparison &amp; Discussion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5029200"/>
            <a:ext cx="457200" cy="457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5047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3E1F73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91440" cy="1051560"/>
          </a:xfrm>
          <a:prstGeom prst="rect">
            <a:avLst/>
          </a:prstGeom>
          <a:solidFill>
            <a:srgbClr val="3E1F7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 Classification Models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SVC, Decision Tree Classifier, and a TensorFlow Sequential neural network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3E1F73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51760"/>
            <a:ext cx="91440" cy="10515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43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Real Dataset (Not Iris)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the Breast Cancer Wisconsin (Diagnostic) Dataset - 569 real patient samples, 30 features, 2 classes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3E1F7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886200"/>
            <a:ext cx="91440" cy="1051560"/>
          </a:xfrm>
          <a:prstGeom prst="rect">
            <a:avLst/>
          </a:prstGeom>
          <a:solidFill>
            <a:srgbClr val="3E1F7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77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Implementation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SVM and Decision Tree models re-implemented in MATLAB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3E1F7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5120640"/>
            <a:ext cx="91440" cy="10515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212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Presentation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every step: data, methodology, results, and comparison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Breast Cancer Wisconsin (Diagnostic)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verified, publicly available medical dataset - not Iris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2411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(Patients)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241145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176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241145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176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5087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241145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627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176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FF7E0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992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SOURCE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6499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Machine Learning Repository - "Breast Cancer Wisconsin (Diagnostic)" (ID: 17)
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Authors: Wolberg, W., Mangasarian, O., Street, N., &amp; Street, W. (1993). UCI Machine Learning Repository.
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https://doi.org/10.24432/C5DW2B   |   License: CC BY 4.0
</a:t>
            </a:r>
            <a:endParaRPr lang="en-US" sz="135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1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Link: https://archive.ics.uci.edu/dataset/17/breast+cancer+wisconsin+diagnostic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in Python via: sklearn.datasets.load_breast_cancer()  (mirrors the exact same UCI data)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1663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Features are computed from a digitized image of a Fine Needle Aspirate (FNA) of a breast mass, describing characteristics of cell nuclei (radius, texture, perimeter, smoothness, concavity, etc.). Used to classify a tumor as malignant or benign.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Distribution: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imbalanced (62.7% benign / 37.3% malignant) - handled via stratified train/test split.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Groups (30 total):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178308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values: radius, texture, perimeter, area, smoothness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error: radius error, texture error, area error...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"Worst" (largest) values: worst radius, worst perimeter, worst area...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features: compactness, concavity, concave points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 &amp; fractal dimension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Preprocessing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3E1F7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4447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the Breast Cancer dataset (569 samples x 30 features)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2219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80% training / 20% testing (Stratified Split, random_state=42)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3E1F7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9992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features (StandardScaler) - mean 0, std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7764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all 3 models on the exact same training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E1F7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5537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each model with Accuracy, Confusion Matrix, and Classification Report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53309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results across models and draw conclusions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How SVC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Classifier - Theory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finds the hyperplane that best separates malignant from benign cases by maximizing the margin - the distance between the boundary and the nearest data points from each class (support vectors).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trick: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tumor classes are not linearly separable in all 30 dimensions, we use the RBF (Radial Basis Function) kernel to map data into a higher-dimensional space where a linear separation becomes possible.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fits this problem: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very well on clean, well-scaled, high-dimensional numeric data like cell nuclei measurements.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0" y="1463040"/>
            <a:ext cx="4480560" cy="3291840"/>
          </a:xfrm>
          <a:prstGeom prst="roundRect">
            <a:avLst>
              <a:gd name="adj" fmla="val 2778"/>
            </a:avLst>
          </a:prstGeom>
          <a:solidFill>
            <a:srgbClr val="241145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Used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0" y="21031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= 'rbf'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1.0  (regularization strength)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= 'scale'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random_state = 42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SVC —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 and verified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2411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(112/114 correct)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455 samples, tested on 114 samples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misclassifications out of 114 test cases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/ Recall / F1 all ≈ 0.98 (macro average)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accuracy among all 3 models</a:t>
            </a:r>
            <a:endParaRPr lang="en-US" sz="1300" dirty="0"/>
          </a:p>
        </p:txBody>
      </p:sp>
      <p:pic>
        <p:nvPicPr>
          <p:cNvPr id="8" name="Image 0" descr="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63040"/>
            <a:ext cx="5669280" cy="2331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0" y="3840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— SVC (left) vs DTC (right)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2: How Decision Tree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Classifier - Theory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splits the data recursively on the feature/threshold that best separates malignant from benign cases at each node, using Gini impurity to measure split quality (lower Gini = purer node).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SVC, a Decision Tree can be visualized directly - clinically valuable, since a doctor can trace exactly which measurements drove a diagnosis.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trees can overfit; max_depth=4 limits complexity to keep the model generalizable.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0" y="1463040"/>
            <a:ext cx="4480560" cy="2926080"/>
          </a:xfrm>
          <a:prstGeom prst="roundRect">
            <a:avLst>
              <a:gd name="adj" fmla="val 3125"/>
            </a:avLst>
          </a:prstGeom>
          <a:solidFill>
            <a:srgbClr val="241145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Used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0" y="21031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= 'gini' (default)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 = 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random_state = 42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2: Decision Tree —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Executed and verified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93.86%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(107/114 correct)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split: worst perimeter / worst concave points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(macro) ≈ 0.93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false negatives than SVC (clinically more costly)</a:t>
            </a:r>
            <a:endParaRPr lang="en-US" sz="1300" dirty="0"/>
          </a:p>
        </p:txBody>
      </p:sp>
      <p:pic>
        <p:nvPicPr>
          <p:cNvPr id="8" name="Image 0" descr="decision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17320"/>
            <a:ext cx="6766560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3: How a Sequential Neural Network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/ Keras - Theory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Sequential model stacks layers of artificial neurons. Each Dense layer applies a weighted sum + activation function, progressively learning nonlinear combinations of the 30 input features.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disables 30% of neurons during training to reduce overfitting on this moderately-sized dataset.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 output: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this is binary classification (malignant vs benign), the final layer outputs a single probability between 0 and 1.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0" y="1463040"/>
            <a:ext cx="4480560" cy="3291840"/>
          </a:xfrm>
          <a:prstGeom prst="roundRect">
            <a:avLst>
              <a:gd name="adj" fmla="val 2778"/>
            </a:avLst>
          </a:prstGeom>
          <a:solidFill>
            <a:srgbClr val="241145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06640" y="210312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= Adam (lr=0.001)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binary_crossentropy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= 60, batch_size = 16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train/test split as SVC &amp; DTC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3: TensorFlow Sequential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4114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184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features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468880" y="1554480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1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33472" y="15544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41145"/>
          </a:solidFill>
          <a:ln/>
        </p:spPr>
      </p:sp>
      <p:sp>
        <p:nvSpPr>
          <p:cNvPr id="8" name="Text 6"/>
          <p:cNvSpPr/>
          <p:nvPr/>
        </p:nvSpPr>
        <p:spPr>
          <a:xfrm>
            <a:off x="2633472" y="16184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33472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units, ReLU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53712" y="1554480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1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18304" y="15544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41145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16184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18304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38544" y="1554480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1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03136" y="15544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41145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36" y="16184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03136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units, ReLU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23376" y="1554480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E1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87968" y="15544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8887968" y="161848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(Output)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87968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unit, Sigmoid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24114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8529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 96.49% (110/114 correct)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3310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F1-Score: 0.96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= Adam (lr=0.001)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binary_crossentropy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= 60, batch_size = 16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train/test split as SVC &amp; DTC</a:t>
            </a:r>
            <a:endParaRPr lang="en-US" sz="1200" dirty="0"/>
          </a:p>
        </p:txBody>
      </p:sp>
      <p:pic>
        <p:nvPicPr>
          <p:cNvPr id="27" name="Image 0" descr="tf_training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743200"/>
            <a:ext cx="5623560" cy="3429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989320" y="6144768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History — Accuracy per Epoch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Implementation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breast_cancer_classification.m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E1F73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fitcsvm('rbf', 'BoxConstraint', 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Rebuilds the SVM model with the same logic as the Python SVC (binary classification)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E1F73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17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fitctree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Rebuilds the Decision Tree model with the same logic as the Python DTC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E1F73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cvpartition('HoldOut', 0.2, 'Stratify', true)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80/20 stratified split methodology used in Python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3E1F73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confusionchart + saveas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the same visualizations (confusion matrix, tree structure, accuracy comparison)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9A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the Statistics and Machine Learning Toolbox. Run on breast_cancer_dataset.csv (exported from the Python script) to guarantee identical data across languages.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Comparison</a:t>
            </a:r>
            <a:endParaRPr lang="en-US" sz="2800" dirty="0"/>
          </a:p>
        </p:txBody>
      </p:sp>
      <p:pic>
        <p:nvPicPr>
          <p:cNvPr id="3" name="Image 0" descr="accuracy_compariso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06440" y="10515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806440" y="1371600"/>
            <a:ext cx="5852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142646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9320" y="17556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98.25%   |   F1: 0.98   —   Highest accuracy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806440" y="2286000"/>
            <a:ext cx="5852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89320" y="234086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89320" y="26700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93.86%   |   F1: 0.93   —   Most interpretable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3200400"/>
            <a:ext cx="5852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325526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NN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89320" y="35844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96.49%   |   F1: 0.96   —   Strong non-linear performance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Matrices — All 3 Models:</a:t>
            </a:r>
            <a:endParaRPr lang="en-US" sz="1300" dirty="0"/>
          </a:p>
        </p:txBody>
      </p:sp>
      <p:pic>
        <p:nvPicPr>
          <p:cNvPr id="15" name="Image 1" descr="svc_confusion_so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26280"/>
            <a:ext cx="3703320" cy="1691640"/>
          </a:xfrm>
          <a:prstGeom prst="rect">
            <a:avLst/>
          </a:prstGeom>
        </p:spPr>
      </p:pic>
      <p:pic>
        <p:nvPicPr>
          <p:cNvPr id="16" name="Image 2" descr="dtc_confusion_sol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526280"/>
            <a:ext cx="3703320" cy="1691640"/>
          </a:xfrm>
          <a:prstGeom prst="rect">
            <a:avLst/>
          </a:prstGeom>
        </p:spPr>
      </p:pic>
      <p:pic>
        <p:nvPicPr>
          <p:cNvPr id="17" name="Image 3" descr="tf_confusion_matri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526280"/>
            <a:ext cx="3611880" cy="1691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Why These Results Make Sense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09728" cy="896112"/>
          </a:xfrm>
          <a:prstGeom prst="round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5331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performed best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66420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RBF kernel handles the moderate overlap between malignant and benign feature distributions well, and 30 standardized features suit SVM's distance-based approach.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09728" cy="896112"/>
          </a:xfrm>
          <a:prstGeom prst="round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5915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is more error-prone 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tree with limited depth (4) struggles slightly more with 30 correlated features (e.g. radius, perimeter, and area are naturally related) than a margin-based method.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09728" cy="896112"/>
          </a:xfrm>
          <a:prstGeom prst="round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6499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need more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67588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569 samples, a deep learning model has less advantage over classical ML - but Dropout and a shallow architecture help it generalize.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09728" cy="896112"/>
          </a:xfrm>
          <a:prstGeom prst="round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708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TensorFlow's real-world result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6817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Sequential achieved 96.49% accuracy, comfortably outperforming Decision Tree (93.86%) due to non-linear feature interactions, while SVC remained slightly higher (98.25%) as margin-based classifiers naturally excel on small, highly curated tabular datasets.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09728" cy="896112"/>
          </a:xfrm>
          <a:prstGeom prst="round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3766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implication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68756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medical diagnosis, false negatives (missing a malignant tumor) are more costly than false positives - SVC's fewer errors make it the safer choice here.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classification models (SVC, Decision Tree, TensorFlow Sequential) were successfully applied to real, verified medical data.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achieved the highest test accuracy at 98.25%, closely followed by TensorFlow Sequential Neural Network at 96.49%, and Decision Tree Classifier at 93.86%.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SVM and Decision Tree pipeline was reproduced in MATLAB, fulfilling this project requirement.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non-Iris dataset (UCI Breast Cancer Wisconsin) was used consistently across all three models and both languages.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cross-validation instead of a single train/test split for more robust results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recall for the malignant class, since false negatives are clinically costlier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 Project - Breast Cancer Dataset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1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Data Source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3E1F73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Wolberg, W., Mangasarian, O., Street, N., &amp; Street, W. (1993). Breast Cancer Wisconsin (Diagnostic) [Dataset]. UCI Machine Learning Repository.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CFC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https://doi.org/10.24432/C5DW2B
</a:t>
            </a:r>
            <a:endParaRPr lang="en-US" sz="1500" dirty="0"/>
          </a:p>
          <a:p>
            <a:pPr indent="0" marL="0">
              <a:buNone/>
            </a:pPr>
            <a:r>
              <a:rPr lang="en-US" sz="125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https://archive.ics.uci.edu/dataset/17/breast+cancer+wisconsin+diagnostic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Libraries: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(SVC, DecisionTreeClassifier), TensorFlow / Keras (Sequential API), MATLAB Statistics and Machine Learning Toolbox (fitcsvm, fitctree)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- Questions Welcome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2026-08-03T03:46:03Z</dcterms:created>
  <dcterms:modified xsi:type="dcterms:W3CDTF">2026-08-03T03:46:03Z</dcterms:modified>
</cp:coreProperties>
</file>